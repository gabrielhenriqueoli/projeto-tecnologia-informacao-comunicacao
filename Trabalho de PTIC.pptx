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6DB5A-4EBA-4556-AA4A-D44CFCA4C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C43ADC-659B-4989-B017-D183E5F22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F96536-A5BC-4CF0-856E-DB099101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0B2FD2-2CF0-4E0F-B984-C98E38C2B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4869F6-1C14-492F-AD70-5829DFD5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86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7FB7F-B626-4F40-8B19-3D3BA2A79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5C334A-7387-4FA7-ABDC-2C553B6B2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296F9D-13B0-432A-8940-764B2CF6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B6CC4-9BDD-4C62-9CF5-D8B333D6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871798-51F8-473F-BF8B-3775A4B7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87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0947C-4B7F-4E1D-9780-8DA3C9AC4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37C68B-F834-4637-AD43-339514A16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38B204-F959-4B30-8817-B61697C3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1F4C89-84B8-4E0C-99D6-FFD02EF7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C0E35D-6B39-4EEF-ACE6-55FE8941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33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B421F2-8595-4462-AC42-F1A843C81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F6BC14-4F34-4FAD-B325-4079CFBA4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781C80-628D-4053-8C68-42F131EBF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0D70E-395B-465C-896A-2438D2A9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4231F3-239A-4517-B444-7A86D5B2D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D04783-5D75-43E9-9A54-2AE486B1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62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45755-48D9-4F5C-A18A-D39B4C7D1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6FE67B-E7F2-451F-9A82-735704481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72A79E-6E04-43E6-AA30-D997A1461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DBEE19B-8134-4C88-A901-EC7613D9BB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A7EFDE-02E5-415F-BAC3-F48F537ED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D932A9-A4BD-4834-95E6-980DA107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55BB4B1-1689-4B64-AE51-B83FFB48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574F4BE-E712-4930-B736-4EB5397C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07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F184B-0167-4AE3-974B-87392E99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662995D-22B8-4DC1-A28C-A0D1EDF73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B3AB3A-6E2D-4412-B564-9E48E240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5CF3A1C-FE13-4F79-AD93-158E59AD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7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5130CB7-2A21-4412-BF51-612B5984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4327A9-CC96-476D-A344-2E3C196C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122B6B-ACB6-4C15-9B70-6E781B860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61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48775-3D42-4803-9DDC-B2DD87DC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22EACE-7FCB-42E0-85ED-250ADF3B2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85E2A1-505C-46B5-855D-D34B1F3E6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3883E43-6E0C-4EDE-837D-70B513FF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9F4EE0-B489-4F7C-AD36-D68B11162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A7C333-3F97-4F42-8850-028C2417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12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2154B-C40A-48EA-86D3-F73855D9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741B3CD-147D-42B5-ADDB-E5AED501F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F3895D-4A43-4863-A767-9B6A73C00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1E1F9C-E3E4-43EF-90F4-A7DDD39C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8FC17-DE8D-48B1-9623-A080A73A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4276986-ABA5-4483-88B2-EA3E5ECC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3561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55C2B-92D6-4B44-90B5-496FB57C3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165F88-F2AD-41DB-ACE4-EDAD5D5D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2D3BE4-1D46-4233-B9A0-505095C3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A2F79A-DA83-4611-8E76-19C524CC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8E7DE4-D897-40F3-B302-503055CF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13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F975D1-D3B3-4CB8-8E37-0D29DE4C6E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7E5B1DD-EE7C-4D13-83D1-5B68DC384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CF2536-2C39-46EF-9C87-70A7BC15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A175B8-922E-4AF7-9220-93EC918E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170E19-0AA3-48C7-810C-51FA5CF5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05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A8B31D-5E59-4339-825E-1666F837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5ADAD0-A2C1-4BA6-B315-209EA7B64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411BB4-9DB5-4FF6-8A0C-FA924AA0C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3C732-38F5-41BF-BC44-D3ACAAE911DF}" type="datetimeFigureOut">
              <a:rPr lang="pt-BR" smtClean="0"/>
              <a:t>15/05/2026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6471D-CBB4-486D-8BB5-B87800757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AFDCA0-C641-424A-93D2-B17BBE7B3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2C869-C121-4A02-9019-A1A44A1FC2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95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2B6AE-61D0-40F8-9ECA-34971F296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PILARES DO PENSAMENTO COMPUTACIONAL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A8A608-1329-4075-8D9D-E4BDFD11F6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Gabriel Henrique Oliveira da Silva 1c1</a:t>
            </a:r>
          </a:p>
        </p:txBody>
      </p:sp>
    </p:spTree>
    <p:extLst>
      <p:ext uri="{BB962C8B-B14F-4D97-AF65-F5344CB8AC3E}">
        <p14:creationId xmlns:p14="http://schemas.microsoft.com/office/powerpoint/2010/main" val="810463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90039-96AB-4F9B-B7C2-C2A726B8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901CF2-5014-4A5B-9D4E-E5A20F2C3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Gabriel Henrique Oliveira da Silva</a:t>
            </a:r>
          </a:p>
        </p:txBody>
      </p:sp>
    </p:spTree>
    <p:extLst>
      <p:ext uri="{BB962C8B-B14F-4D97-AF65-F5344CB8AC3E}">
        <p14:creationId xmlns:p14="http://schemas.microsoft.com/office/powerpoint/2010/main" val="183273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829B5-28E9-41DC-9298-AFDF7286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FABAE2-1674-477E-992D-DB70D5D4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  <a:p>
            <a:r>
              <a:rPr lang="pt-BR" dirty="0"/>
              <a:t>Decomposição</a:t>
            </a:r>
          </a:p>
          <a:p>
            <a:r>
              <a:rPr lang="pt-BR" dirty="0"/>
              <a:t>Reconhecimento de padrões</a:t>
            </a:r>
          </a:p>
          <a:p>
            <a:r>
              <a:rPr lang="pt-BR" dirty="0"/>
              <a:t>Abstração</a:t>
            </a:r>
          </a:p>
          <a:p>
            <a:r>
              <a:rPr lang="pt-BR" dirty="0"/>
              <a:t>Algoritmo</a:t>
            </a:r>
          </a:p>
          <a:p>
            <a:r>
              <a:rPr lang="pt-BR" dirty="0"/>
              <a:t>Importância do pensamento computacional</a:t>
            </a:r>
          </a:p>
          <a:p>
            <a:r>
              <a:rPr lang="pt-BR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72236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4277C5-3FEA-4F19-9CA5-C1C143FC4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965" y="722934"/>
            <a:ext cx="10515600" cy="4538179"/>
          </a:xfrm>
        </p:spPr>
        <p:txBody>
          <a:bodyPr/>
          <a:lstStyle/>
          <a:p>
            <a:pPr algn="ctr"/>
            <a:r>
              <a:rPr lang="pt-BR" sz="6600" dirty="0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57311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C49A3-5898-4E0D-96AE-AACFC67B5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C89498-6E03-45EA-87C7-47E572966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102170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e Eficácia: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uma estratégia cognitiva voltada à resolução de problemas de maneira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lógica,organizada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eficiente, estruturando o raciocínio para converter desafios em soluções claras.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Abrangência Multidisciplinar: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Embora associado à tecnologia, o conceito é universal e aplicável a qualquer situação cotidiana, desde tarefas domésticas simples até dilemas profissionais complexos.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Legado de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Jeannette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Wing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pesquisadora difundiu a tese de que essa habilidade é tão essencial quanto ler e escrever, sendo um requisito fundamental para a cidadania na era digital.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Estruturada: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vez de abordagens impulsivas, o método ensina a decompor grandes problemas em etapas sucessivas, aumentando a assertividade e o controle sobre o volume massivo de informações atuais.</a:t>
            </a:r>
          </a:p>
        </p:txBody>
      </p:sp>
    </p:spTree>
    <p:extLst>
      <p:ext uri="{BB962C8B-B14F-4D97-AF65-F5344CB8AC3E}">
        <p14:creationId xmlns:p14="http://schemas.microsoft.com/office/powerpoint/2010/main" val="448755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19CCA-1479-41CE-9D16-61A9FF8E7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21275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DECOMPOSIÇÃO</a:t>
            </a:r>
          </a:p>
        </p:txBody>
      </p:sp>
    </p:spTree>
    <p:extLst>
      <p:ext uri="{BB962C8B-B14F-4D97-AF65-F5344CB8AC3E}">
        <p14:creationId xmlns:p14="http://schemas.microsoft.com/office/powerpoint/2010/main" val="137048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5E344-4795-4877-91B8-FDDDFCB3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DECOMPOSIÇÃO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7E798C-77F3-4196-8481-B1DEC9FFFD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09880"/>
            <a:ext cx="98616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Analogia Cognitiva: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Capacidade de identificar semelhanças entre situações distintas para aplicar conhecimentos e experiências anteriores a novos desafios.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Eficiência Resolutiva: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Ao notar que um problema atual mimetiza um antigo, é possível replicar métodos já testados, economizando tempo e esforço intelectual.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Formação de Hábitos: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âmbito social, fundamenta a criação de comportamentos padrões ao repetir ações que geraram resultados positivos anteriormente.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 Tecnológica: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Atua como o alicerce de sistemas inteligentes que analisam grandes fluxos de dados para prever cenários e automatizar tomadas de decisão.</a:t>
            </a:r>
          </a:p>
        </p:txBody>
      </p:sp>
    </p:spTree>
    <p:extLst>
      <p:ext uri="{BB962C8B-B14F-4D97-AF65-F5344CB8AC3E}">
        <p14:creationId xmlns:p14="http://schemas.microsoft.com/office/powerpoint/2010/main" val="1669619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BC7CC-BCB0-4364-8847-3370AF335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4656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RECONHECIMENTO DE PADRÕES</a:t>
            </a:r>
          </a:p>
        </p:txBody>
      </p:sp>
    </p:spTree>
    <p:extLst>
      <p:ext uri="{BB962C8B-B14F-4D97-AF65-F5344CB8AC3E}">
        <p14:creationId xmlns:p14="http://schemas.microsoft.com/office/powerpoint/2010/main" val="230892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EE4F2-4F08-46EB-B105-B9C8E129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RECONHECIMENTO DE PADRÕES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EA10A1-617C-4A9B-86AF-002526D3B2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5936"/>
            <a:ext cx="852416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Filtragem Seletiva: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Consiste em priorizar informações essenciais, descartando detalhes irrelevantes para reduzir ruídos e focar no núcleo do problema.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Simplificação de Cenários: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Combate a complexidade excessiva ao isolar as variáveis determinantes, facilitando a compreensão e o domínio da questão.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Aplicação Prática: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Exemplificada por ferramentas de geolocalização e sumários, que retêm apenas dados vitais (como rotas ou teses centrais) para otimizar o uso.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Apoio Pedagógico: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Atua como um catalisador no aprendizado, auxiliando na organização do conhecimento e na absorção de conceitos teóricos fundamentais.</a:t>
            </a:r>
          </a:p>
        </p:txBody>
      </p:sp>
    </p:spTree>
    <p:extLst>
      <p:ext uri="{BB962C8B-B14F-4D97-AF65-F5344CB8AC3E}">
        <p14:creationId xmlns:p14="http://schemas.microsoft.com/office/powerpoint/2010/main" val="1458937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4316A-83D3-49A4-807D-D2BD1BFDC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65832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ABSTRAÇÃO</a:t>
            </a:r>
          </a:p>
        </p:txBody>
      </p:sp>
    </p:spTree>
    <p:extLst>
      <p:ext uri="{BB962C8B-B14F-4D97-AF65-F5344CB8AC3E}">
        <p14:creationId xmlns:p14="http://schemas.microsoft.com/office/powerpoint/2010/main" val="3556062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77680-D18E-4470-801C-A0C3244F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ABSTRAÇÃO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7E127-EEC9-4FE4-91D0-7CA0A3F58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pt-BR" sz="2000" b="1" dirty="0">
                <a:effectLst/>
              </a:rPr>
              <a:t>Filtragem Seletiva:</a:t>
            </a:r>
            <a:r>
              <a:rPr lang="pt-BR" sz="2000" dirty="0">
                <a:effectLst/>
              </a:rPr>
              <a:t> Consiste em priorizar informações essenciais, descartando detalhes irrelevantes para reduzir ruídos e focar no núcleo do problema.</a:t>
            </a:r>
          </a:p>
          <a:p>
            <a:r>
              <a:rPr lang="pt-BR" sz="2000" b="1" dirty="0">
                <a:effectLst/>
              </a:rPr>
              <a:t>Simplificação de Cenários:</a:t>
            </a:r>
            <a:r>
              <a:rPr lang="pt-BR" sz="2000" dirty="0">
                <a:effectLst/>
              </a:rPr>
              <a:t> Combate a complexidade excessiva ao isolar as variáveis determinantes, facilitando a compreensão e o domínio da questão.</a:t>
            </a:r>
          </a:p>
          <a:p>
            <a:r>
              <a:rPr lang="pt-BR" sz="2000" b="1" dirty="0">
                <a:effectLst/>
              </a:rPr>
              <a:t>Aplicação Prática:</a:t>
            </a:r>
            <a:r>
              <a:rPr lang="pt-BR" sz="2000" dirty="0">
                <a:effectLst/>
              </a:rPr>
              <a:t> Exemplificada por ferramentas de geolocalização e sumários, que retêm apenas dados vitais (como rotas ou teses centrais) para otimizar o uso.</a:t>
            </a:r>
          </a:p>
          <a:p>
            <a:r>
              <a:rPr lang="pt-BR" sz="2000" b="1" dirty="0">
                <a:effectLst/>
              </a:rPr>
              <a:t>Apoio Pedagógico:</a:t>
            </a:r>
            <a:r>
              <a:rPr lang="pt-BR" sz="2000" dirty="0">
                <a:effectLst/>
              </a:rPr>
              <a:t> Atua como um catalisador no aprendizado, auxiliando na organização do conhecimento e na absorção de conceitos teóricos fundamentais.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4236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A362D-CBC3-4153-9874-1ACE865B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64614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ALGORITMO</a:t>
            </a:r>
          </a:p>
        </p:txBody>
      </p:sp>
    </p:spTree>
    <p:extLst>
      <p:ext uri="{BB962C8B-B14F-4D97-AF65-F5344CB8AC3E}">
        <p14:creationId xmlns:p14="http://schemas.microsoft.com/office/powerpoint/2010/main" val="2672162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538A9-E1F0-4EDA-BD28-902BB4611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6B49E9-111B-4565-AEDA-BEBD95A75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pt-BR" sz="1900" b="1" dirty="0">
                <a:effectLst/>
              </a:rPr>
              <a:t>Roteiros de Ação:</a:t>
            </a:r>
            <a:r>
              <a:rPr lang="pt-BR" sz="1900" dirty="0">
                <a:effectLst/>
              </a:rPr>
              <a:t> São sequências ordenadas e prescritivas de passos que transformam ideias abstratas em procedimentos práticos e reprodutíveis para resolver problemas.</a:t>
            </a:r>
          </a:p>
          <a:p>
            <a:r>
              <a:rPr lang="pt-BR" sz="1900" b="1" dirty="0">
                <a:effectLst/>
              </a:rPr>
              <a:t>Presença Cotidiana:</a:t>
            </a:r>
            <a:r>
              <a:rPr lang="pt-BR" sz="1900" dirty="0">
                <a:effectLst/>
              </a:rPr>
              <a:t> Manifestam-se em tarefas comuns, como receitas culinárias ou rotinas matinais, onde uma sucessão lógica de atos é necessária para atingir um objetivo.</a:t>
            </a:r>
          </a:p>
          <a:p>
            <a:r>
              <a:rPr lang="pt-BR" sz="1900" b="1" dirty="0">
                <a:effectLst/>
              </a:rPr>
              <a:t>Base da Automação:</a:t>
            </a:r>
            <a:r>
              <a:rPr lang="pt-BR" sz="1900" dirty="0">
                <a:effectLst/>
              </a:rPr>
              <a:t> No ambiente digital, funcionam como os arquitetos que permitem ao hardware processar grandes volumes de dados e executar funções complexas de forma autônoma.</a:t>
            </a:r>
          </a:p>
          <a:p>
            <a:r>
              <a:rPr lang="pt-BR" sz="1900" b="1" dirty="0">
                <a:effectLst/>
              </a:rPr>
              <a:t>Desenvolvimento Analítico:</a:t>
            </a:r>
            <a:r>
              <a:rPr lang="pt-BR" sz="1900" dirty="0">
                <a:effectLst/>
              </a:rPr>
              <a:t> A prática de criar algoritmos estimula o rigor mental, exigindo precisão nos detalhes, clareza na comunicação e estruturação lógica do pensamento.</a:t>
            </a:r>
          </a:p>
          <a:p>
            <a:endParaRPr lang="pt-BR" sz="1900" dirty="0"/>
          </a:p>
        </p:txBody>
      </p:sp>
    </p:spTree>
    <p:extLst>
      <p:ext uri="{BB962C8B-B14F-4D97-AF65-F5344CB8AC3E}">
        <p14:creationId xmlns:p14="http://schemas.microsoft.com/office/powerpoint/2010/main" val="44032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7AB1BE-A5FB-45E8-9C00-C663C86F6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1605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IMPORTÂNCIA DO PENSAMENTO COMPUTCIONAL</a:t>
            </a:r>
          </a:p>
        </p:txBody>
      </p:sp>
    </p:spTree>
    <p:extLst>
      <p:ext uri="{BB962C8B-B14F-4D97-AF65-F5344CB8AC3E}">
        <p14:creationId xmlns:p14="http://schemas.microsoft.com/office/powerpoint/2010/main" val="161847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FF355-9826-4741-A227-4FCD1A5C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IMPORTÂNCIA DO PENSAMENTO COMPUTACIONAL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47C42-E22F-439E-9F1D-52519E80F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834"/>
            <a:ext cx="10515600" cy="4351338"/>
          </a:xfrm>
        </p:spPr>
        <p:txBody>
          <a:bodyPr>
            <a:normAutofit/>
          </a:bodyPr>
          <a:lstStyle/>
          <a:p>
            <a:r>
              <a:rPr lang="pt-BR" sz="2100" b="1" dirty="0">
                <a:effectLst/>
              </a:rPr>
              <a:t>Resolução de Problemas Complexos:</a:t>
            </a:r>
            <a:r>
              <a:rPr lang="pt-BR" sz="2100" dirty="0">
                <a:effectLst/>
              </a:rPr>
              <a:t> Permite enfrentar desafios intimidantes ao fragmentá-los em partes menores, tornando a busca por soluções mais gerenciável e menos exaustiva.</a:t>
            </a:r>
          </a:p>
          <a:p>
            <a:r>
              <a:rPr lang="pt-BR" sz="2100" b="1" dirty="0">
                <a:effectLst/>
              </a:rPr>
              <a:t>Desenvolvimento do Raciocínio Lógico:</a:t>
            </a:r>
            <a:r>
              <a:rPr lang="pt-BR" sz="2100" dirty="0">
                <a:effectLst/>
              </a:rPr>
              <a:t> Fomenta uma estrutura mental organizada e analítica, essencial para a interpretação de dados e para a tomada de decisões assertivas em qualquer área.</a:t>
            </a:r>
          </a:p>
          <a:p>
            <a:r>
              <a:rPr lang="pt-BR" sz="2100" b="1" dirty="0">
                <a:effectLst/>
              </a:rPr>
              <a:t>Adaptabilidade Tecnológica:</a:t>
            </a:r>
            <a:r>
              <a:rPr lang="pt-BR" sz="2100" dirty="0">
                <a:effectLst/>
              </a:rPr>
              <a:t> Prepara o indivíduo para a sociedade moderna e o mercado de trabalho, transformando-o de apenas um consumidor de tecnologia em um pensador capaz de entender e criar processos.</a:t>
            </a:r>
          </a:p>
          <a:p>
            <a:r>
              <a:rPr lang="pt-BR" sz="2100" b="1" dirty="0">
                <a:effectLst/>
              </a:rPr>
              <a:t>Estímulo à Criatividade e Autonomia:</a:t>
            </a:r>
            <a:r>
              <a:rPr lang="pt-BR" sz="2100" dirty="0">
                <a:effectLst/>
              </a:rPr>
              <a:t> Ao fornecer ferramentas para estruturar ideias, essa habilidade encoraja a inovação e torna o aprendizado mais independente, focando na compreensão em vez da memorização.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8957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28152B-2052-48B6-ACB9-D4590A70B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6492875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4245304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C382C-3B44-42DB-A1C6-F7644556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844069-BB60-4348-BF11-3C357E3BB6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97676"/>
            <a:ext cx="1106225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 Text"/>
              </a:rPr>
              <a:t>O pensamento computacional é uma estratégia cognitiva transdisciplinar que sistematiza a resolução de problemas por meio de uma abordagem lógica e metódica, transcendendo o campo da programação. Fundamentado nos pilares da decomposição, reconhecimento de padrões, abstração e algoritmos, esse modelo mental permite fragmentar desafios complexos em etapas gerenciáveis e eficientes. A metodologia, amplamente difundida por Jeannette Wing, promove o refinamento do raciocínio crítico e a otimização da tomada de decisões em diversas esferas, da educação à gestão cotidiana. Embora enfrente barreiras culturais e institucionais, sua aplicação potencializa a produtividade e a inovação tecnológica na sociedade contemporânea. Contudo, deve ser integrado a outras competências humanas, como a ética e a inteligência emocional, para uma análise plena da realidade. Em suma, cultivar essa habilidade é essencial para navegar com assertividade em um mundo saturado de dados e constantes transformações.</a:t>
            </a:r>
            <a:endParaRPr kumimoji="0" lang="pt-BR" altLang="pt-BR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332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835776-1673-41AE-8065-BE95D6545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98A48A-BBA6-40C4-BBE1-556F43F7C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MAKERS, Mind. Conheça os 4 pilares do pensamento computacional. </a:t>
            </a:r>
            <a:r>
              <a:rPr lang="pt-BR" b="1" dirty="0"/>
              <a:t>Mind </a:t>
            </a:r>
            <a:r>
              <a:rPr lang="pt-BR" b="1" dirty="0" err="1"/>
              <a:t>Makers</a:t>
            </a:r>
            <a:r>
              <a:rPr lang="pt-BR" b="1" dirty="0"/>
              <a:t>,</a:t>
            </a:r>
            <a:r>
              <a:rPr lang="pt-BR" dirty="0"/>
              <a:t> 2025. Disponível em: https://blog.mindmakers.com.br/pilares-do-pensamento-computacional/. Acesso em: 31 mar. 2026.  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MEYRELLE, </a:t>
            </a:r>
            <a:r>
              <a:rPr lang="pt-BR" dirty="0" err="1"/>
              <a:t>Monalisa</a:t>
            </a:r>
            <a:r>
              <a:rPr lang="pt-BR" dirty="0"/>
              <a:t>. Pensamento Computacional: o que é, benefícios e ferramentas. </a:t>
            </a:r>
            <a:r>
              <a:rPr lang="pt-BR" b="1" dirty="0" err="1"/>
              <a:t>Alura</a:t>
            </a:r>
            <a:r>
              <a:rPr lang="pt-BR" b="1" dirty="0"/>
              <a:t>,</a:t>
            </a:r>
            <a:r>
              <a:rPr lang="pt-BR" dirty="0"/>
              <a:t> 2026. Disponível em: https://www.alura.com.br/artigos/</a:t>
            </a:r>
            <a:r>
              <a:rPr lang="pt-BR" dirty="0" err="1"/>
              <a:t>pensamento-computacional?srsltid</a:t>
            </a:r>
            <a:r>
              <a:rPr lang="pt-BR" dirty="0"/>
              <a:t>=AfmBOorDGhwssUXUC1Cx8TE7riZ5OPj3VYn1p6Bsx5VCkrDfT_vnM1Yy. Acesso em: 31 mar. 2026. 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OLIVEIRA, </a:t>
            </a:r>
            <a:r>
              <a:rPr lang="pt-BR" dirty="0" err="1"/>
              <a:t>Adriele</a:t>
            </a:r>
            <a:r>
              <a:rPr lang="pt-BR" dirty="0"/>
              <a:t>. Pensamento computacional: o que é e como aplicá-lo na escola?: Entenda como essa habilidade essencial transforma o aprendizado e prepara os alunos para o futuro digital. </a:t>
            </a:r>
            <a:r>
              <a:rPr lang="pt-BR" b="1" dirty="0"/>
              <a:t>Educa Mais Brasil,</a:t>
            </a:r>
            <a:r>
              <a:rPr lang="pt-BR" dirty="0"/>
              <a:t> 2025. Disponível em: https://www.educamaisbrasil.com.br/</a:t>
            </a:r>
            <a:r>
              <a:rPr lang="pt-BR" dirty="0" err="1"/>
              <a:t>educacao</a:t>
            </a:r>
            <a:r>
              <a:rPr lang="pt-BR" dirty="0"/>
              <a:t>/escolas/pensamento-computacional-o-que-e-e-como-</a:t>
            </a:r>
            <a:r>
              <a:rPr lang="pt-BR" dirty="0" err="1"/>
              <a:t>aplicalo</a:t>
            </a:r>
            <a:r>
              <a:rPr lang="pt-BR" dirty="0"/>
              <a:t>-na-escola. Acesso em: 31 mar. 2026.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592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6B75F-4E9B-415B-AE92-4CED1C8F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OBRIGADO POR LER ESSA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596114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DD9D9-468F-49E8-824C-A44C01355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99640"/>
          </a:xfrm>
        </p:spPr>
        <p:txBody>
          <a:bodyPr>
            <a:normAutofit/>
          </a:bodyPr>
          <a:lstStyle/>
          <a:p>
            <a:pPr algn="ctr"/>
            <a:r>
              <a:rPr lang="pt-BR" sz="6600" dirty="0"/>
              <a:t>OBRIGADO POR VER ESSA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886501-CE5A-474A-853C-1986550A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1399"/>
            <a:ext cx="10515600" cy="1325564"/>
          </a:xfrm>
        </p:spPr>
        <p:txBody>
          <a:bodyPr/>
          <a:lstStyle/>
          <a:p>
            <a:r>
              <a:rPr lang="pt-BR" dirty="0"/>
              <a:t>Gabriel Henrique Oliveira da Silva</a:t>
            </a:r>
          </a:p>
        </p:txBody>
      </p:sp>
    </p:spTree>
    <p:extLst>
      <p:ext uri="{BB962C8B-B14F-4D97-AF65-F5344CB8AC3E}">
        <p14:creationId xmlns:p14="http://schemas.microsoft.com/office/powerpoint/2010/main" val="18712856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906</Words>
  <Application>Microsoft Office PowerPoint</Application>
  <PresentationFormat>Widescreen</PresentationFormat>
  <Paragraphs>60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Google Sans Text</vt:lpstr>
      <vt:lpstr>Tema do Office</vt:lpstr>
      <vt:lpstr>PILARES DO PENSAMENTO COMPUTACIONAL</vt:lpstr>
      <vt:lpstr>AUTOR</vt:lpstr>
      <vt:lpstr>SUMÁRIO</vt:lpstr>
      <vt:lpstr>INTRODUÇÃO</vt:lpstr>
      <vt:lpstr>INTRODUÇÃO</vt:lpstr>
      <vt:lpstr>DECOMPOSIÇÃO</vt:lpstr>
      <vt:lpstr>DECOMPOSIÇÃO</vt:lpstr>
      <vt:lpstr>RECONHECIMENTO DE PADRÕES</vt:lpstr>
      <vt:lpstr>RECONHECIMENTO DE PADRÕES</vt:lpstr>
      <vt:lpstr>ABSTRAÇÃO</vt:lpstr>
      <vt:lpstr>ABSTRAÇÃO</vt:lpstr>
      <vt:lpstr>ALGORITMO</vt:lpstr>
      <vt:lpstr>ALGORITMO</vt:lpstr>
      <vt:lpstr>IMPORTÂNCIA DO PENSAMENTO COMPUTCIONAL</vt:lpstr>
      <vt:lpstr>IMPORTÂNCIA DO PENSAMENTO COMPUTACIONAL</vt:lpstr>
      <vt:lpstr>CONCLUSÃO</vt:lpstr>
      <vt:lpstr>CONCLUSÃO</vt:lpstr>
      <vt:lpstr>REFERENCIA </vt:lpstr>
      <vt:lpstr>OBRIGADO POR LER ESSA APRESENTAÇÃO</vt:lpstr>
      <vt:lpstr>OBRIGADO POR VER ESSA APRESENTAÇÃO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PILARES DO PENSAMENTO COMPUTACIONAL</dc:title>
  <dc:creator>GABRIEL HENRIQUE OLIVEIRA DA SILVA</dc:creator>
  <cp:lastModifiedBy>GABRIEL HENRIQUE OLIVEIRA DA SILVA</cp:lastModifiedBy>
  <cp:revision>8</cp:revision>
  <dcterms:created xsi:type="dcterms:W3CDTF">2026-05-15T20:41:08Z</dcterms:created>
  <dcterms:modified xsi:type="dcterms:W3CDTF">2026-05-15T21:35:25Z</dcterms:modified>
</cp:coreProperties>
</file>